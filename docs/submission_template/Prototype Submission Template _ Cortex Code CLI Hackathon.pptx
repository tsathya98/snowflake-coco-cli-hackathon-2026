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anropeSemiBold-bold.fntdata"/><Relationship Id="rId12" Type="http://schemas.openxmlformats.org/officeDocument/2006/relationships/font" Target="fonts/Manrope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nrope-bold.fntdata"/><Relationship Id="rId14" Type="http://schemas.openxmlformats.org/officeDocument/2006/relationships/font" Target="fonts/Manrop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6c7e6215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6c7e6215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deded 14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67258" y="32992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43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343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7238" y="43567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43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343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7248" y="36412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43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343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67238" y="40138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43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</a:t>
            </a:r>
            <a:r>
              <a:rPr lang="en-GB" sz="1343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 :</a:t>
            </a:r>
            <a:endParaRPr sz="1343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deded 1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11700" y="522945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000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1" lang="en-GB" sz="1442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b="1" i="1" sz="1442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Cortex Code CLI skills are used and how they connect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61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deded 1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deded 1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deded 147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1" lang="en-GB" sz="9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Slide</a:t>
            </a:r>
            <a:endParaRPr i="1" sz="600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Framededed 14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